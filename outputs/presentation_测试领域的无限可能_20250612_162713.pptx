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🚀测试领域的无限可能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探索测试的前沿与奥秘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测试专家 [你的名字] | 测试技术研讨会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🎯本次探索之旅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**测试基础剖析** - 了解测试的核心概念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**测试方法大观** - 掌握多样的测试手段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💡 **测试前沿趋势** - 洞察未来测试方向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**测试实践指南** - 开启高效测试之路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💡测试的基石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"测试是保证软件质量的第一道防线，它让软件从可用走向卓越。"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🏗️测试的基本概念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**功能测试**：确保软件功能符合需求，就像建造房屋要保证房间的用途正确。据统计，功能测试发现的缺陷占比约 **70%**。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**性能测试**：检测软件在不同负载下的性能表现，好比测试汽车在不同路况下的速度和稳定性。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📊常见测试方法对比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测试方法 | 优点 | 缺点 | 适用场景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|-----------|-------------|---------------------|------------|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黑盒测试 | 不依赖代码实现，可从用户角度测试 | 无法深入代码内部发现问题 | 功能测试、系统测试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白盒测试 | 能深入代码结构，发现潜在逻辑错误 | 对测试人员技术要求高，成本较大 | 单元测试、集成测试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灰盒测试 | 结合了黑盒和白盒的优点 | 仍有一定局限性 | 多种测试场景结合时 |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**关键洞察**：*不同的测试方法各有优劣，应根据项目特点灵活选择。*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🔮测试的未来趋势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🚀新兴测试技术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**人工智能测试**：利用 AI 实现自动化测试用例生成和缺陷预测，让测试更智能。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**区块链测试**：确保区块链系统的安全性和可靠性，适应新兴技术的发展。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💪预期影响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**到 2025 年**，人工智能测试将使测试效率提升 **30%** 以上。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⚡ **未来 5 年**，区块链测试的需求将增长 **50%**。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🎯测试实践指南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🚀即刻行动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**明确测试目标** - 确定要测试的软件范围和重点。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**制定测试计划** - 规划测试的时间、资源和步骤。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**搭建测试环境** - 为测试提供稳定的运行条件。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📈长期规划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**持续学习新技术** - 保持对测试前沿技术的关注和学习。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**优化测试流程** - 不断提高测试效率和质量。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**加强团队协作** - 与开发、运维等团队紧密合作。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**谨记**：测试的成功不仅在于发现问题，更在于推动软件的持续改进。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🤝携手共创测试新辉煌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**交流与探讨**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[你的邮箱]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[相关网址]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[社交账号]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*"每一次测试都是一次探索，每一个缺陷都是一次成长。"*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