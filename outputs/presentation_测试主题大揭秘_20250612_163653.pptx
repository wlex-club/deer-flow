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🚀测试主题大揭秘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深入探索测试的奥秘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张三 | 测试技术分享会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🎯本次分享的旅程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🔍 **测试基础概念** - 了解测试的基石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📊 **测试方法与策略** - 掌握有效的测试手段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💡 **测试工具推荐** - 借助工具提升效率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🚀 **测试未来趋势** - 洞察测试的发展方向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💡测试的核心概念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"测试是保障软件质量的关键防线，它能让软件在复杂的环境中稳定运行。"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🏷️什么是测试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测试是对软件、系统或产品进行评估，以发现其中的缺陷、错误或不符合要求的地方。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📈测试的重要性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**提升用户体验**：减少软件故障，让用户更满意。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**降低成本**：在早期发现问题，避免后期修复的高额费用。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**增强竞争力**：高质量的软件能在市场中脱颖而出。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📊测试方法与策略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测试方法 | 特点 | 适用场景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---- | ---- | ----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黑盒测试 | 不考虑内部结构，关注输入输出 | 功能测试、兼容性测试等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白盒测试 | 了解内部代码结构，进行逻辑覆盖 | 单元测试、代码审查等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灰盒测试 | 结合黑盒和白盒的部分特点 | 集成测试等 |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**关键洞察**：*不同的测试方法适用于不同的场景，合理选择能提高测试效率。*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💪测试工具推荐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🛠️自动化测试工具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**Selenium**：广泛用于Web应用的自动化测试，支持多种浏览器。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**Appium**：可用于移动应用的自动化测试，跨平台支持。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📈性能测试工具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**JMeter**：能模拟大量用户并发访问，测试系统的性能。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**LoadRunner**：企业级的性能测试工具，功能强大。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🔮测试的未来趋势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🚀新兴技术的影响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**人工智能**：可用于智能测试用例生成、缺陷预测等。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**大数据**：通过分析大量测试数据，优化测试策略。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💪未来的发展方向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**持续测试**：融入DevOps流程，实现快速迭代的测试。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**云测试**：借助云计算的强大资源，提高测试效率。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🎯行动起来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🚀即刻开始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**学习测试基础知识** - 打好基础才能更好地前行。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**尝试使用测试工具** - 实践出真知。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**加入测试社区** - 与同行交流，获取更多经验。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📈长期规划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**深入研究测试技术** - 成为测试领域的专家。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**推动测试流程优化** - 为团队带来更大价值。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**关注行业动态** - 紧跟测试的发展趋势。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&gt; 💡 **谨记**：测试之路永无止境，不断学习和实践才能成为测试高手。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🙏感谢聆听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🤝携手共创测试新未来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**交流与探讨**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test@example.com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www.test-sharing.com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关注 @TestTech2024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