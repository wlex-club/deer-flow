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🔍 Unveiling the World of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Exploring the Fundamentals and Beyond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Presenter: [Your Name] | [Date]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🗺️ Our Testing Journey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📋 **Testing Basics** - What is testing and why it matters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🛠️ **Testing Methods** - Different approaches and techniques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📊 **Testing Metrics** - Measuring the effectiveness of testing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🚀 **Best Practices** - Tips for successful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 Understanding Testing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"Testing is not just about finding bugs; it's about ensuring the quality and reliability of a product."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🤔 What is 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**Verification**: Ensuring the product meets specified requirements.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**Validation**: Checking if the product is fit for its intended 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 Importance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**Reduces Risks**: Identifies and fixes issues early.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**Enhances User Experience**: Delivers a high - quality product.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**Saves Costs**: Avoids expensive rework later in the development cycle.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🛠️ Diverse 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🕵️‍ Manual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**Exploratory Testing**: Testers explore the application freely to find defects.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**Regression Testing**: Ensures that new changes do not break existing functionality.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🤖 Automated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**Unit Testing**: Tests individual components or functions.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**Integration Testing**: Checks the interaction between different modules.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Testing Method | Advantages | Disadvantages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|----------------|------------|---------------|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Manual Testing | Flexibility, human intuition | Time - consuming, prone to human error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Automated Testing | Speed, repeatability | High initial setup cost |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 Key Testing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 Defect Density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Calculated as the number of defects found per unit of code (e.g., per 1000 lines of code). A lower defect density indicates higher code quality.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⏱️ Test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Measures the percentage of code or functionality that is covered by tests. Higher test coverage generally means more thorough testing.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 Mean Time to Detect (MTTD)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The average time it takes to detect a defect. A lower MTTD shows a more efficient testing process.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 Best Practices for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📋 Test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**Define Scope**: Clearly outline what will be tested.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**Set Objectives**: Determine what you want to achieve through testing.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👥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**Work with Developers**: Share feedback and findings to improve the product.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**Involve Stakeholders**: Ensure that testing aligns with business goals.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🔄 Continuous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**Analyze Results**: Learn from past tests to improve future testing processes.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**Update Test Cases**: Keep test cases relevant as the product evolves.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 Summary and 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📝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Testing is crucial for product quality and reliability.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Different testing methods and metrics have their own roles.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Following best practices can lead to more effective testing.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✅ Review your current testing process and identify areas for improvement.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✅ Consider implementing new testing methods or tools.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✅ Schedule regular test planning and review sessions.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 Let's Elevate Testing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**Questions &amp; Discussion**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[Your Email Address]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[Your Website]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[Your Social Media Handle]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*"The only way to do great work is to love what you do, and in testing, it's about loving the pursuit of perfection."*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