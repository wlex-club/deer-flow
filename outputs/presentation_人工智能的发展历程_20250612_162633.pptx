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🚀人工智能的发展历程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探索智能边界，引领科技变革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张三 | 人工智能研讨会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🎯我们今天的旅程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🔍 **起源与奠基** - 人工智能概念的诞生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📈 **发展与起伏** - 不同阶段的关键突破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💡 **现代繁荣** - 当下人工智能的广泛应用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🚀 **未来展望** - 人工智能的发展方向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🔍起源与奠基（20世纪40 - 50年代）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“人工智能的想法是，机器可以有智能，而且这种智能可以表现出与人类智能相同的方式。” - 艾伦·图灵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🧠关键人物与理论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**艾伦·图灵**：1950年提出“图灵测试”，为人工智能提供了重要的判断标准。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**约翰·麦卡锡**：1956年达特茅斯会议上首次提出“人工智能”概念。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📚早期研究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计算机科学家开始尝试编写程序来模拟人类的基本智能，如逻辑推理等。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📈发展与起伏（20世纪60 - 90年代）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⬆️第一次发展高潮（60 - 70年代）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**专家系统**：模拟人类专家的知识和经验，在特定领域取得了一定成功。例如，MYCIN系统用于诊断和治疗细菌感染疾病。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**自然语言处理**：早期的机器翻译和问答系统开始出现。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⬇️第一次寒冬（70 - 80年代）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当时的计算机性能有限，无法满足人工智能发展的需求，研究经费减少。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⬆️第二次发展高潮（80 - 90年代）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**神经网络**：Hopfield网络和BP算法的提出，推动了神经网络的研究。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**机器学习**：决策树、支持向量机等算法得到广泛应用。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⬇️第二次寒冬（90年代）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神经网络研究遇到瓶颈，实际应用效果不佳。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💡现代繁荣（21世纪至今）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📊数据与计算能力的提升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互联网的发展产生了海量的数据，为人工智能的训练提供了丰富的素材。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云计算和GPU的发展，大大提高了计算能力，使得复杂的模型训练成为可能。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🤖关键技术突破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**深度学习**：卷积神经网络（CNN）在图像识别领域取得巨大成功，循环神经网络（RNN）及其变体在自然语言处理中表现出色。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**强化学习**：在游戏、机器人控制等领域取得了显著成果，如AlphaGo战胜人类围棋冠军。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🌐广泛应用领域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**医疗保健**：辅助诊断、疾病预测等。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**交通出行**：自动驾驶技术不断发展。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**金融服务**：风险评估、欺诈检测等。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📊人工智能发展阶段数据对比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发展阶段 | 关键技术 | 应用领域 | 研究经费投入（亿美元） | 代表性成果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|-----------|-------------|---------------------|------------|------------|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起源与奠基（40 - 50年代） | 图灵测试、概念提出 | 基础理论研究 | 约0.1 | 达特茅斯会议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第一次高潮（60 - 70年代） | 专家系统、自然语言处理 | 特定领域 | 约1 | MYCIN系统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第一次寒冬（70 - 80年代） | 无重大突破 | 研究停滞 | 约0.3 | 无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第二次高潮（80 - 90年代） | 神经网络、机器学习 | 多领域探索 | 约3 | BP算法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第二次寒冬（90年代） | 无重大突破 | 研究放缓 | 约1 | 无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现代繁荣（21世纪至今） | 深度学习、强化学习 | 广泛应用 | 约200 | AlphaGo |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**关键洞察**：*数据和计算能力的提升是现代人工智能繁荣的重要基础*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💪预期发展趋势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**通用人工智能**：开发具有广泛智能和学习能力的系统。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**人机协作**：人类与人工智能更好地合作，发挥各自优势。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**伦理与法律规范**：制定相关规则，确保人工智能的安全和合理使用。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🎯可能面临的挑战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**数据隐私**：保护用户数据不被滥用。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**就业结构调整**：部分工作岗位可能被人工智能取代。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🎯你的行动建议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🚀近期行动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**学习基础知识** - 了解人工智能的基本概念和算法。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**关注行业动态** - 及时掌握最新的研究成果和应用案例。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**参与实践项目** - 通过实际操作加深对人工智能的理解。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📈长期规划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**深入研究特定领域** - 成为某一领域的人工智能专家。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**推动行业发展** - 参与相关的科研项目或创业活动。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&gt; 💡 **记住**：人工智能的发展将深刻改变我们的生活，积极参与才能把握机遇。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🙏感谢聆听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🤝让我们共同塑造人工智能的未来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**提问与讨论**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📧 contact@ai-conference.org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🌐 www.ai-development.com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📱 Follow @AIJourney2024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*“未来已来，只是分布不均；而你，是否已做好准备？”*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