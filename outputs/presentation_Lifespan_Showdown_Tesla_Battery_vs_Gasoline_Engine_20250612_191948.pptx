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⚙️ Lifespan Showdown: Tesla Battery vs. Gasoline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A Deep Dive into Automotive Power Source Durability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[Your Name] | [Presentation Date]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🗺️ Our Agenda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**Lifespan Comparison** - Direct stats on years and miles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**Influencing Factors** - What affects each power source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📈 **Historical Trends** - How they've evolved over time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🔮 **Future Projections** - What lies ahead for both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**Key Takeaways** - Actionable insights for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 Lifespan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Power Source | Mileage Range | Years (Useful/Functional)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--- | --- | ---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Tesla Battery | 300,000 - 500,000 miles | Estimated 20.3 years; retains 80% range for about 10 years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Gasoline Engine | 150,000 - 200,000 miles (150,000 - 300,000 with proper maintenance) | 8 - 15 years (useful), &gt;15 years (functional) |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**Key Insight**: Tesla batteries seem to have an edge in both mileage and estimated lifespan, but gasoline engines can still be long - lasting with proper care.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🔍 Factors Affecting Lifespan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🚗 Tesla Batteries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**Usage Patterns**: Aggressive driving ➡️ faster degradation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**Charging Methods**: 20% - 80% charge level recommended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**Environmental Conditions**: High temps speed up degradation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**Battery Chemistry**: Different chemistries, different lifespans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🛢️ Gasoline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**Maintenance**: Regular oil changes, filter replacements, etc.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**Driving Habits**: Aggressive driving and extreme conditions wear it down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**Vehicle Type**: Some engines, like the Toyota 2JZ - GTE, can go far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**Fuel Quality**: Suboptimal fuel increases wear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Historical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🔋 Tesla Batteries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Initially, electric car batteries were a drawback. But Tesla's R &amp; D has led to significant improvements, with batteries now expected to outlast vehicles.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🚙 Gasoline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Improvements in manufacturing, materials, and maintenance practices have increased their lifespan over the years.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![A graph displays the relationship between battery cycles and capacity remaining](https://www.team-bhp.com/forum/attachments/electric-cars/1952684d1578046369t-tesla-working-battery-pack-lifespan-million-miles-battery-cycle.png)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🔮 Future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⚡ Tesla Batteries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Solid - state battery technology could offer higher energy densities and improved safety, revolutionizing the industry. Battery recycling research aims for a more sustainable lifecycle.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🛢️ Gasoline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Future regulatory changes may force manufacturers to invest in new technologies. The market shift towards sustainable alternatives may impact their usage, but short - to - medium - term improvements in design and materials could maintain performance and lifespan.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![The graph displays the estimated full charge range of Tesla batteries in relation to car age](https://res.cloudinary.com/nimblefins/image/upload/c_limit,dpr_1.0,f_auto,h_1600,q_auto,w_1600/v1/UK/autoinsurance/tesla_battery_by_age_bucket_2)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![The graph illustrates the battery retention percentage of Tesla Model S/X vehicles as they accumulate mileage](https://www.notateslaapp.com/images/news/2023/battery-degradation-2.jpg)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 Key Takeaways and Actionable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For Consumers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If you're looking for a long - term, low - maintenance option, consider a Tesla.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If you prefer traditional vehicles, ensure regular maintenance to extend the engine's lifespan.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For Industry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Tesla should continue investing in R &amp; D for solid - state batteries and recycling.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Gasoline engine manufacturers should prepare for regulatory changes and explore new technologies.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 Let's Shape the Future of Automotive Power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**Questions &amp; Discussion**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[Your Email Address]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[Your Website]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[Your Social Media Handle]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*"The future of transportation is being shaped by the choices we make today."*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