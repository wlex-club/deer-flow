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🌟 Unleashing the Power of Digital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Transforming Brands in the Online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John Doe | Digital Marketing Summit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 Our Agenda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**Understanding Digital Marketing Landscape** - Key trends and market overview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📈 **Strategies for Success** - Proven tactics to boost online presence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**Data - Driven Decisions** - Leveraging analytics for growth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**Actionable Steps Forward** - Implementing a winning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🔍 Understanding the Digital Marketing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"Digital marketing is not just about selling; it's about creating experiences that resonate with your audience."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Key Trends Shaping the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**Social Media Dominance**: *Over 3.6 billion people use social media worldwide*, making it a prime platform for brand exposure.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**Video Content Boom**: *Video consumption has increased by 120% in the last 3 years*, and platforms like YouTube and TikTok are driving this trend.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**Personalization Imperative**: *80% of consumers are more likely to do business with a brand that offers personalized experiences*.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Strategies for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🔑 Content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**Quality Over Quantity**: Create valuable, engaging content that solves your audience's problems.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**Multi - Channel Distribution**: Share your content across various platforms to reach a wider audience.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**Consistency is Key**: Maintain a regular posting schedule to keep your audience engaged.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📱 Social Media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**Choose the Right Platforms**: Focus on platforms where your target audience is most active.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**Engage with Your Community**: Respond to comments, messages, and mentions to build relationships.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**Run Targeted Ads**: Use social media advertising tools to reach specific demographics.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 Data - Driven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 The Power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**Track Key Metrics**: Monitor metrics such as website traffic, conversion rates, and engagement to measure the success of your campaigns.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**A/B Testing**: Experiment with different elements of your marketing materials to find what works best.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**Customer Segmentation**: Divide your audience into segments based on demographics, behavior, and preferences for more targeted marketing.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📋 Data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Metric | Goal | Current Performance | Improvement Needed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|--------|------|---------------------|--------------------|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Website Traffic | 10,000 monthly visitors | 5,000 | 5,000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Conversion Rate | 10% | 5% | 5%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Social Media Engagement | 1000 likes per post | 500 | 500 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 Actionable Steps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📅 Short - Term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**Audit Your Current Digital Presence** - Identify strengths, weaknesses, opportunities, and threats.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**Develop a Content Calendar** - Plan your content in advance for consistency.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**Set Up Analytics Tools** - Start tracking important metrics right away.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Long - Term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**Build an Email List** - *Email marketing has an average ROI of 3800%*.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**Invest in SEO** - Improve your website's search engine rankings for organic traffic.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**Collaborate with Influencers** - Reach new audiences through trusted voices.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**Remember**: Digital marketing is an ever - evolving field. Continuous learning and adaptation are the keys to success.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 Let's Elevate Your Brand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**Questions &amp; Discussion**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contact@digitalmarketing.org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www.digitalmarketing-summit.com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Follow @DigitalMarketing2024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