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📝英语六级考试作文预测信息报告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精准把握命题方向，高效备考六级作文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报告人：[姓名] | 日期：[具体日期]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🗺️我们的探索之旅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**历年题目剖析** - 解析六级作文出题规律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🔥 **热点话题聚焦** - 预测2025年6月命题方向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🎓 **专家机构观点** - 汲取备考关键思路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**备考行动指南** - 制定高效备考计划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💡六级作文考试的重要性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“英语六级写作部分是检验考生语言综合运用能力的关键环节，其成绩对整体六级考试结果有着重要影响。”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备考的意义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**能力提升**：锻炼逻辑思维和语言表达能力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**考试提分**：写作高分助力六级总成绩提升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**职业发展**：良好的英语写作能力在职场中更具竞争力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📈历年英语六级考试作文题目分析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题目类型多样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涵盖提纲作文、提示作文、图表文、关键词作文、文章摘要、信函等多种题型。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主题分布与出题频率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近三年论述类写作出题频率较高，主题多围绕社会热点、现象。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年份 | 题目类型 | 主题 | 出题频率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---- | ---- | ---- | ----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[具体年份1] | [题目类型1] | [主题1] | [频率1]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[具体年份2] | [题目类型2] | [主题2] | [频率2]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[具体年份3] | [题目类型3] | [主题3] | [频率3] 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相关图片展示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![六级作文题目列表](https://pic1.zhimg.com/v2-d412bb1165a90266e251642164dad5c0_r.jpg)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🔥当前热点话题及命题方向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人生哲理类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**命题可能**：2025年6月可能围绕“诱惑”命题，如评论“Good habits result from resisting temptation”。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**示例思路**：阐述抵制诱惑与养成好习惯的关系，并举例说明。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网络媒体类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**命题可能**：“Will Internet Media Replace Traditional Media?”可能成为命题方向。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**示例思路**：分析网络媒体和传统媒体的优缺点，探讨替代的可能性。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教育类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**命题可能**：“教育在塑造未来工作中的作用”已出现，教育相关话题仍可能命题。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**示例思路**：论述教育对未来工作技能、思维方式等方面的影响。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相关图片展示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![每日热点](http://download.zjgkw.org/每日热点.jpg)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🎓英语教育专家和培训机构观点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新东方在线观点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认为观点话题作文是2025年6月英语六级作文备考重点。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提供了范文精讲，助力考生备考。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相关图片展示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![A woman and a child hold large letters in a classroom.](https://pic4.zhimg.com/v2-5975ff1ac44c73b57f7fc8d02faaf8ca_720w.jpg?source=172ae18b)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🚀备考行动指南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短期计划（本月）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**熟悉题型**：了解六级作文各种题型的特点和要求。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**积累素材**：收集热点话题的相关词汇、句式和观点。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**练习写作**：每周完成1 - 2篇不同类型的作文，并请老师或同学批改。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中期计划（3 - 6个月）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**学习技巧**：参加写作课程或阅读写作技巧书籍，提升写作能力。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**模拟考试**：定期进行模拟写作考试，适应考试节奏。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**分析总结**：分析自己的写作错误和不足，针对性地进行改进。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长期计划（6个月以上）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🌟 **广泛阅读**：阅读英语文章、书籍，培养语感和思维方式。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🌟 **交流分享**：加入英语写作交流群，与其他考生分享经验和心得。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🤝携手共进，攻克六级作文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**如有疑问，欢迎随时交流**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[邮箱地址]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[相关网站]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[联系方式]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*“成功的备考源于充分的准备和不懈的努力。”*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