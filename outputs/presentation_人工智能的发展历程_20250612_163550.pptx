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defRPr sz="3600" b="1">
                <a:solidFill>
                  <a:srgbClr val="2C3E50"/>
                </a:solidFill>
                <a:latin typeface="Microsoft YaHei"/>
              </a:defRPr>
            </a:pPr>
            <a:r>
              <a:t>🚀人工智能的发展历程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探索智能边界，引领科技变革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张三 | 科技前沿论坛 2024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🎯我们今天的旅程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🔍 **起源与奠基** - 人工智能的思想火种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📈 **发展阶段** - 各时期的关键突破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📊 **现状与应用** - 现实世界中的人工智能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💡 **未来展望** - 新兴的可能性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💡人工智能的起源与奠基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“智能机器是人类智慧的延伸，它的出现将改变世界的面貌。”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思想萌芽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19 世纪，查尔斯·巴贝奇设计的分析机，蕴含了程序控制的思想，为后来的计算机发展奠定了基础。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20 世纪 30 年代，艾伦·图灵提出图灵机模型和图灵测试，为人工智能提供了理论框架。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正式诞生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1956 年，达特茅斯会议上，“人工智能”概念正式提出，标志着人工智能作为一门学科诞生。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📈人工智能的发展阶段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黄金时代（1956 - 1974）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取得了一系列重要成果，如感知机、通用问题求解器等。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政府和企业大力投资，人们对人工智能发展充满乐观。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寒冬时期（1974 - 1980）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由于计算能力和数据的限制，人工智能发展遇到瓶颈，资金和研究热情下降。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复兴时期（1980 - 1987）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专家系统的出现，让人工智能在特定领域取得成功，再次引起关注。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第二次寒冬（1987 - 1993）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专家系统的局限性逐渐显现，人工智能发展再次陷入低谷。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稳步发展（1993 - 2011）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机器学习算法不断进步，互联网的发展提供了大量数据，人工智能开始在一些领域得到应用。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深度学习时代（2011 - 至今）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深度学习算法取得重大突破，在图像识别、语音识别、自然语言处理等领域取得优异成绩。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📊人工智能的现状与应用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应用领域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领域 | 应用场景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---- | ----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医疗 | 疾病诊断、医学影像分析、药物研发等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交通 | 自动驾驶、智能交通管理等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金融 | 风险评估、投资决策、客户服务等 |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| 教育 | 个性化学习、智能辅导等 |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数据支撑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据统计，全球人工智能市场规模预计到 2025 年将达到 6417 亿美元，年复合增长率为 38.1%。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深度学习算法使得图像识别准确率从 2010 年的 74% 提升到现在的 95% 以上。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💡人工智能的未来展望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新兴技术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**量子计算与人工智能结合** - 大幅提升计算能力，加速复杂问题的解决。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**脑机接口技术** - 实现人脑与计算机的直接交互。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**自主智能系统** - 让机器人具备更强的自主决策和适应能力。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预期成果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**到 2030 年**，人工智能将为全球 GDP 增长贡献 15.7 万亿美元。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⚡ **未来 10 年**，人工智能将使某些行业的生产效率提高 30% 以上。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🎯你的行动方案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🚀即刻开始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**学习基础知识** - 了解人工智能的基本概念、算法和应用。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**关注前沿动态** - 关注行业新闻、学术研究和科技论坛。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✅ **参与实践项目** - 通过在线平台或开源项目积累实践经验。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📈半年内提升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**深入学习专业知识** - 选择特定领域进行深入研究，如深度学习、自然语言处理等。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**建立自己的项目** - 运用所学知识解决实际问题。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🎯 **加入社区交流** - 与同行交流经验，拓展人脉。</a:t>
            </a:r>
          </a:p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&gt; 💡 **谨记**：人工智能的发展浪潮已经袭来，你是要成为弄潮儿，还是被浪潮淹没？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🙏感谢聆听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2C3E50"/>
                </a:solidFill>
                <a:latin typeface="Microsoft YaHei"/>
              </a:defRPr>
            </a:pPr>
            <a:r>
              <a:t>🤝让我们共同塑造未来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34495E"/>
                </a:solidFill>
                <a:latin typeface="Microsoft YaHei"/>
              </a:defRPr>
            </a:pPr>
            <a:r>
              <a:t>**提问与讨论**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📧 example@example.com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🌐 www.ai-forum.com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📱 Follow @AI2024</a:t>
            </a:r>
          </a:p>
          <a:p>
            <a:pPr>
              <a:defRPr sz="1800">
                <a:solidFill>
                  <a:srgbClr val="34495E"/>
                </a:solidFill>
                <a:latin typeface="Microsoft YaHei"/>
              </a:defRPr>
            </a:pPr>
            <a:r>
              <a:t>&gt; *“预测未来的最好方法就是创造未来。”*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