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📋简单测试主题介绍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探索测试的奥秘与价值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张三 | 测试技术分享会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🎯本次分享的旅程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🔍 **测试的定义与范畴** - 了解测试是什么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📈 **测试的重要性体现** - 数据驱动看价值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💡 **常见测试方法** - 掌握实用技巧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🚀 **测试的未来展望** - 预见发展趋势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🔍测试的定义与范畴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“测试是对软件或系统进行评估，以找出缺陷、验证功能和确保质量的过程。”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🌐测试涉及的领域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**软件测试** - 确保软件功能正常运行，如电商APP的购物流程。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**硬件测试** - 检测硬件性能，如手机的续航、信号强度。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**网络测试** - 保障网络的稳定性和速度，如企业内部网络。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📊数据说话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据统计，**70%** 的软件项目在上线前会因测试发现重大问题而避免潜在损失。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📈测试的重要性体现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💰成本节约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通过前期测试，**80%** 的缺陷可以在开发阶段被发现，避免后期修复带来的高额成本。例如，一个大型系统在上线后修复缺陷的成本可能是开发阶段的 10 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🤝提升用户满意度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高质量的测试可以使软件的用户满意度提升 **30%**，减少用户投诉和流失。比如，一款游戏经过严格测试后，用户留存率显著提高。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🛡️保障系统安全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有效的测试能够发现系统中的安全漏洞，防止数据泄露。据统计，**60%** 的网络安全事件是由于未经过充分测试导致的。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💡常见测试方法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测试方法 | 特点 | 适用场景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|-----------|-------------|---------------------|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黑盒测试 | 不考虑内部结构，关注输入输出 | 功能验证，如网页表单提交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白盒测试 | 了解内部代码结构，进行逻辑测试 | 代码审查，提高代码质量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自动化测试 | 利用工具自动执行测试用例 | 重复测试，提高效率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性能测试 | 评估系统性能指标 | 高并发场景，如双 11 电商活动 |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**关键洞察**: *不同的测试方法在不同的场景中发挥着重要作用，应根据项目需求选择合适的方法。*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🚀测试的未来展望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🌟新兴趋势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**人工智能与测试结合** - 利用 AI 自动生成测试用例，提高测试效率。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**持续测试** - 在开发过程中实时进行测试，确保代码质量。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**安全测试的强化** - 随着网络安全威胁的增加，对系统安全测试的要求更高。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💪预期成果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**到 2025 年，测试自动化率将达到 70%**，大大提高测试效率。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⚡ **系统的响应时间将缩短 50%**，提升用户体验。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🎯行动建议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🚀立即行动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**评估现有的测试流程** - 找出可以改进的地方。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**学习新兴测试技术** - 如 AI 测试、自动化测试框架。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**建立测试团队的知识分享机制** - 提升团队整体能力。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📈长期规划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**逐步引入新的测试方法** - 提高测试质量和效率。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**加强与开发团队的协作** - 实现持续集成和持续测试。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**关注行业动态** - 及时调整测试策略。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&gt; 💡 **谨记**: 测试是保障软件质量的关键，不断提升测试能力才能在未来的竞争中脱颖而出。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🙏感谢聆听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🤝携手共创测试新未来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**欢迎提问与交流**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test@example.com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www.test-tech.com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关注 @TestTechInsight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*"测试是质量的守护者，是创新的推动者。"*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